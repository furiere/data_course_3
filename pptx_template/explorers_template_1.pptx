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0" r:id="rId3"/>
    <p:sldId id="257" r:id="rId4"/>
    <p:sldId id="265" r:id="rId5"/>
    <p:sldId id="272" r:id="rId6"/>
    <p:sldId id="299" r:id="rId7"/>
    <p:sldId id="297" r:id="rId8"/>
    <p:sldId id="2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1BFFF"/>
    <a:srgbClr val="00CCD7"/>
    <a:srgbClr val="000000"/>
    <a:srgbClr val="16160F"/>
    <a:srgbClr val="0F0B30"/>
    <a:srgbClr val="FFAA01"/>
    <a:srgbClr val="03C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2710D-B2F4-5745-BC85-CF7A94FFE323}" v="440" dt="2025-12-09T12:43:0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35"/>
  </p:normalViewPr>
  <p:slideViewPr>
    <p:cSldViewPr snapToGrid="0">
      <p:cViewPr varScale="1">
        <p:scale>
          <a:sx n="120" d="100"/>
          <a:sy n="12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F733-3168-7873-880B-FEA1FE18E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944CA-C88C-DFDB-60F3-5B41DAA8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AF801-7D1F-7C7E-F8C6-B279017E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8C9E-7C26-8D54-71FF-FE0D1193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B4611-3856-AFEF-D580-5BC0A5B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1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6B71-F87C-403D-5EEF-0AB23968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6EF18-043C-0213-3DD5-86CC1991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CF0A-1916-1D72-49C5-76C8EE65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7FDAA-0D19-8EF9-5630-EC0E5143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BB36-1303-F909-6084-82D74040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80B-EA86-EF95-2B02-57380B76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702B9-4C09-F5A5-629D-7B937A7B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2DC99-5C26-62DF-6ACA-03A68FB6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8EA05-58FB-CFB8-4355-B3E01066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74B7-7658-3DA1-15CB-8154F1DE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292-5416-4DD2-58B9-8B6D491F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CA097-D2E6-A1FF-2AB0-3E2B79824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9BCDA-DDA9-A7D6-9C5F-38EB18CD3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3D31A-AAB5-66B5-0352-F9C63299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A6548-D3D4-1B0F-2623-50B4A00A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DE81-D3B5-4349-91E5-AEDEB820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2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C3D-7785-1347-3E47-B78AF209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09C02-9E92-00B7-F10D-7B9B29A3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9161-832D-20A7-75E0-4ECBF4B7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B60DF-D4C9-6E49-27D3-2C0A55E29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92F57-6C10-CF00-2BC1-909BB4D4D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CA166-6FF6-DE04-11DE-95924A77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A3EE6-1CD0-048F-9DF8-6D1C58E4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0120C-8BEF-E587-9423-B2785C74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5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851C-C9C7-C00B-7025-4E1CB272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AB687-1C06-4899-97A7-8278745F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BFE3E-95A6-2141-80FC-E541CD78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1B479-C973-E1CF-C799-CBD75F85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3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C5446-9145-1A53-D437-A2419EE5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C58CE-87C8-835F-99D1-2ED99D05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C4F14-71DD-7E4F-054F-AE24BA01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4EA7-5896-711C-C59C-2DA5291E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C2374-89DB-007B-6CF2-07B66EC4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D01FB-EC3C-F0DB-B93E-BC76F7724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CBA72-7741-0D38-B429-A8EAA1DB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36C4B-FB20-3EC4-3FCC-63A86C58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FD35E-C1FA-5BF9-A6CC-09663729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EA64-D9A6-12B4-8006-3FAF2F4A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1FD38-8E87-C860-EC16-630142CEA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5487B-6D18-40C5-1393-F259344CE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CCAC3-B5CE-B361-404C-3544D61C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4AC23-10E1-85DE-D447-B43F20BB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8FA2-EFA0-7E31-D89E-F3F66D3D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3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DF28-A41C-DA40-7CF6-9167631F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8CBF8-D1A9-1A02-F5F9-7A6918887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AFD7-E72C-43D4-FF54-62A06F2D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A3B3-BBD6-4933-0966-D6529366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DB4D-78FD-4A79-7B42-5ADF7A54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6A3A5-77CB-D2A1-FBDD-3E5D2AC4E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C36C9-9014-2168-A6DE-E97258288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DE8A-8190-B500-6DA5-F3D3D6A8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A9E4-A6AF-045B-F9CB-A247807A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157CB-88C5-4E32-5C83-DFAB1454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5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19D1E-F005-630A-2D97-5E822259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3D141-978E-D93C-C310-EA32560F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23AF-84AF-31EC-FF37-D19B585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142B-8569-DB07-3A3F-1FB06D89F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878F4-24B3-AEDF-9293-705508475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0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C0963667-7CF1-31AB-0DEE-B428FF15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FC03B9-1B90-1A7D-1EF2-6C5D63B8C4E0}"/>
              </a:ext>
            </a:extLst>
          </p:cNvPr>
          <p:cNvSpPr txBox="1"/>
          <p:nvPr/>
        </p:nvSpPr>
        <p:spPr>
          <a:xfrm>
            <a:off x="345688" y="1122363"/>
            <a:ext cx="586554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Name, last name 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17992D4-DE4C-1514-CB2C-69B9E280C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7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78EC-B328-C292-324D-B8F02484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4F64-74B0-2A30-4D45-870CC10E1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10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FB6389BF-F4D2-40D5-62DD-3C105EE3C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741E74-D7C5-C9E4-91C2-B9BD0FE23BAF}"/>
              </a:ext>
            </a:extLst>
          </p:cNvPr>
          <p:cNvSpPr txBox="1"/>
          <p:nvPr/>
        </p:nvSpPr>
        <p:spPr>
          <a:xfrm>
            <a:off x="234292" y="3801566"/>
            <a:ext cx="60990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81073-1A6F-4E77-0A04-0ADA49656C54}"/>
              </a:ext>
            </a:extLst>
          </p:cNvPr>
          <p:cNvSpPr txBox="1"/>
          <p:nvPr/>
        </p:nvSpPr>
        <p:spPr>
          <a:xfrm>
            <a:off x="234292" y="1391829"/>
            <a:ext cx="6102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What is Lorem Ipsum?</a:t>
            </a:r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01C81A-DBE5-E6A0-4619-C2A3D5341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786B-AAFD-48EA-9170-E5186FB5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94BE2C03-EF74-F5AD-32D8-416E36386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92AFBC-094C-CB34-20CE-873309469E06}"/>
              </a:ext>
            </a:extLst>
          </p:cNvPr>
          <p:cNvSpPr txBox="1"/>
          <p:nvPr/>
        </p:nvSpPr>
        <p:spPr>
          <a:xfrm>
            <a:off x="6096000" y="367249"/>
            <a:ext cx="45364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is Lorem Ipsum?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12C7E-3832-1D9C-1D2D-1D178019D501}"/>
              </a:ext>
            </a:extLst>
          </p:cNvPr>
          <p:cNvSpPr txBox="1"/>
          <p:nvPr/>
        </p:nvSpPr>
        <p:spPr>
          <a:xfrm>
            <a:off x="6096000" y="2275590"/>
            <a:ext cx="42473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Lorem Ipsum is simply dummy text of the printing and typesetting industry. Lorem Ipsum has been the industry's standard dummy text ever since the 1500s, when an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665C1B3-FAA8-E5C8-582A-771B8F2A5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6498" y="198723"/>
            <a:ext cx="332804" cy="3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8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B5925B-EAF4-FA4F-8904-B6717ABC0AB6}"/>
              </a:ext>
            </a:extLst>
          </p:cNvPr>
          <p:cNvSpPr txBox="1"/>
          <p:nvPr/>
        </p:nvSpPr>
        <p:spPr>
          <a:xfrm>
            <a:off x="1010411" y="2340292"/>
            <a:ext cx="69720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Lorem Ipsum is simply dummy text of the printing and typesetting industry. Lorem Ipsum has been the industry's standard dummy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ever since the 1500s, when an Lorem Ipsum is simply dummy text of the printing and typesetting industry. ever since the 1500s, when an Lorem Ipsum is simply dummy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 since the 1500s, when an Lorem Ipsum is simply dummy text of the printing and typesetting industry. Lorem Ipsum has been the industry's standard dummy 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A5F71-46B3-02EC-0127-3FCB8FF1A822}"/>
              </a:ext>
            </a:extLst>
          </p:cNvPr>
          <p:cNvSpPr txBox="1"/>
          <p:nvPr/>
        </p:nvSpPr>
        <p:spPr>
          <a:xfrm>
            <a:off x="1010412" y="411756"/>
            <a:ext cx="6236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is Lorem </a:t>
            </a:r>
          </a:p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Ipsum?</a:t>
            </a: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6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224A-7C98-5E13-01C7-7674093C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BE18EAAF-F325-50B2-B897-840F6C874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3058E7A-AA1C-3086-6942-868C188E5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357455-E77C-E3C2-0FEC-88B154A511D7}"/>
              </a:ext>
            </a:extLst>
          </p:cNvPr>
          <p:cNvSpPr/>
          <p:nvPr/>
        </p:nvSpPr>
        <p:spPr>
          <a:xfrm>
            <a:off x="537882" y="1960562"/>
            <a:ext cx="4743450" cy="3333750"/>
          </a:xfrm>
          <a:prstGeom prst="rect">
            <a:avLst/>
          </a:prstGeom>
          <a:solidFill>
            <a:srgbClr val="03C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picture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9973C-4CA9-AFEE-7CCD-EE0A9CC3E62E}"/>
              </a:ext>
            </a:extLst>
          </p:cNvPr>
          <p:cNvSpPr txBox="1"/>
          <p:nvPr/>
        </p:nvSpPr>
        <p:spPr>
          <a:xfrm>
            <a:off x="5819194" y="2892742"/>
            <a:ext cx="50855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Lorem Ipsum is simply dummy text of the printing and typesetting industry. Lorem Ipsum has been the industry's standard dummy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ever since the 1500s, when an Lorem Ipsum is simply dummy text of the printing and typesetting industry. ever since the 1500s, when an Lorem Ipsum is simply dummy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 since the 1500s, when an Lorem Ipsum is simply dummy text of the printing and typesetting industry. Lorem Ipsum has been the industry's standard dummy 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890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798B1-4005-C97E-0648-9D3F1CDE2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61A46-62DF-F056-62BA-65F56A64EE05}"/>
              </a:ext>
            </a:extLst>
          </p:cNvPr>
          <p:cNvSpPr txBox="1"/>
          <p:nvPr/>
        </p:nvSpPr>
        <p:spPr>
          <a:xfrm>
            <a:off x="4382604" y="5551151"/>
            <a:ext cx="3789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  <a:endParaRPr lang="en-US" sz="8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866A7-9B64-F277-DAB1-DBA42FF4DD1C}"/>
              </a:ext>
            </a:extLst>
          </p:cNvPr>
          <p:cNvSpPr txBox="1"/>
          <p:nvPr/>
        </p:nvSpPr>
        <p:spPr>
          <a:xfrm>
            <a:off x="9916257" y="4621806"/>
            <a:ext cx="2932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TBC Explorers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39EE91-C7A1-F4F4-6F72-2DF52A4BC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778" y="719242"/>
            <a:ext cx="332804" cy="3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4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colorful strips&#10;&#10;AI-generated content may be incorrect.">
            <a:extLst>
              <a:ext uri="{FF2B5EF4-FFF2-40B4-BE49-F238E27FC236}">
                <a16:creationId xmlns:a16="http://schemas.microsoft.com/office/drawing/2014/main" id="{6FE50DF5-292F-EB40-B82B-B90D406D4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622731B-5292-3D86-E736-01F65D75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753" y="204892"/>
            <a:ext cx="332804" cy="332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9C38BF-2AF1-AB4D-3789-0E206CF6E1E2}"/>
              </a:ext>
            </a:extLst>
          </p:cNvPr>
          <p:cNvSpPr txBox="1"/>
          <p:nvPr/>
        </p:nvSpPr>
        <p:spPr>
          <a:xfrm>
            <a:off x="4105686" y="6184319"/>
            <a:ext cx="2932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0955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e2a8a44-4773-4649-a4d0-14fe0292ffe6}" enabled="0" method="" siteId="{7e2a8a44-4773-4649-a4d0-14fe0292ffe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294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Nini Onezashvili</dc:creator>
  <cp:lastModifiedBy>Denis Boldin</cp:lastModifiedBy>
  <cp:revision>3</cp:revision>
  <dcterms:created xsi:type="dcterms:W3CDTF">2025-12-09T07:05:38Z</dcterms:created>
  <dcterms:modified xsi:type="dcterms:W3CDTF">2026-10-04T11:11:26Z</dcterms:modified>
</cp:coreProperties>
</file>